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7724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969"/>
    <p:restoredTop sz="96281"/>
  </p:normalViewPr>
  <p:slideViewPr>
    <p:cSldViewPr snapToGrid="0" snapToObjects="1">
      <p:cViewPr varScale="1">
        <p:scale>
          <a:sx n="158" d="100"/>
          <a:sy n="158" d="100"/>
        </p:scale>
        <p:origin x="189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B9AB7A-8A98-574D-A17E-473D95058C6A}" type="doc">
      <dgm:prSet loTypeId="urn:microsoft.com/office/officeart/2005/8/layout/cycle1" loCatId="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71CEEA-980C-4E41-897E-CDFB9970F305}">
      <dgm:prSet phldrT="[Text]" custT="1"/>
      <dgm:spPr/>
      <dgm:t>
        <a:bodyPr anchor="t"/>
        <a:lstStyle/>
        <a:p>
          <a:r>
            <a:rPr lang="en-US" sz="1400" dirty="0"/>
            <a:t>Relational database</a:t>
          </a:r>
        </a:p>
      </dgm:t>
    </dgm:pt>
    <dgm:pt modelId="{099D43FE-FCDB-B54E-ACAA-03EAAD9E2114}" type="parTrans" cxnId="{4178A24C-6495-554B-BA66-69D63BC2753E}">
      <dgm:prSet/>
      <dgm:spPr/>
      <dgm:t>
        <a:bodyPr/>
        <a:lstStyle/>
        <a:p>
          <a:endParaRPr lang="en-US"/>
        </a:p>
      </dgm:t>
    </dgm:pt>
    <dgm:pt modelId="{9FAFA8D1-886E-BB45-BC1A-C6C764242B5C}" type="sibTrans" cxnId="{4178A24C-6495-554B-BA66-69D63BC2753E}">
      <dgm:prSet/>
      <dgm:spPr/>
      <dgm:t>
        <a:bodyPr/>
        <a:lstStyle/>
        <a:p>
          <a:endParaRPr lang="en-US"/>
        </a:p>
      </dgm:t>
    </dgm:pt>
    <dgm:pt modelId="{69499350-597D-7E43-8E82-4EEAAC494D67}">
      <dgm:prSet phldrT="[Text]" custT="1"/>
      <dgm:spPr/>
      <dgm:t>
        <a:bodyPr anchor="t"/>
        <a:lstStyle/>
        <a:p>
          <a:r>
            <a:rPr lang="en-US" sz="1400" dirty="0"/>
            <a:t>Document store</a:t>
          </a:r>
        </a:p>
      </dgm:t>
    </dgm:pt>
    <dgm:pt modelId="{44C437A6-6AD2-BD4D-B56B-BD921619BF3B}" type="parTrans" cxnId="{03CD25EE-2668-D54A-8B77-131F4C0BBF44}">
      <dgm:prSet/>
      <dgm:spPr/>
      <dgm:t>
        <a:bodyPr/>
        <a:lstStyle/>
        <a:p>
          <a:endParaRPr lang="en-US"/>
        </a:p>
      </dgm:t>
    </dgm:pt>
    <dgm:pt modelId="{F8231CF7-08DC-3243-B5B4-BBAC333D7DBF}" type="sibTrans" cxnId="{03CD25EE-2668-D54A-8B77-131F4C0BBF44}">
      <dgm:prSet/>
      <dgm:spPr/>
      <dgm:t>
        <a:bodyPr/>
        <a:lstStyle/>
        <a:p>
          <a:endParaRPr lang="en-US"/>
        </a:p>
      </dgm:t>
    </dgm:pt>
    <dgm:pt modelId="{38226795-189C-6843-92CD-E6CDE6DC7483}" type="pres">
      <dgm:prSet presAssocID="{CEB9AB7A-8A98-574D-A17E-473D95058C6A}" presName="cycle" presStyleCnt="0">
        <dgm:presLayoutVars>
          <dgm:dir/>
          <dgm:resizeHandles val="exact"/>
        </dgm:presLayoutVars>
      </dgm:prSet>
      <dgm:spPr/>
    </dgm:pt>
    <dgm:pt modelId="{4C8A3193-4963-2249-A4A5-6D5AFDAAEFD7}" type="pres">
      <dgm:prSet presAssocID="{2C71CEEA-980C-4E41-897E-CDFB9970F305}" presName="dummy" presStyleCnt="0"/>
      <dgm:spPr/>
    </dgm:pt>
    <dgm:pt modelId="{4DDD9EC2-07D6-AC48-9FC9-CEFCA8E69DDE}" type="pres">
      <dgm:prSet presAssocID="{2C71CEEA-980C-4E41-897E-CDFB9970F305}" presName="node" presStyleLbl="revTx" presStyleIdx="0" presStyleCnt="2" custScaleX="99118" custRadScaleRad="92169" custRadScaleInc="3178">
        <dgm:presLayoutVars>
          <dgm:bulletEnabled val="1"/>
        </dgm:presLayoutVars>
      </dgm:prSet>
      <dgm:spPr/>
    </dgm:pt>
    <dgm:pt modelId="{847843C2-E2E3-EF4B-982D-41C294F83D0B}" type="pres">
      <dgm:prSet presAssocID="{9FAFA8D1-886E-BB45-BC1A-C6C764242B5C}" presName="sibTrans" presStyleLbl="node1" presStyleIdx="0" presStyleCnt="2" custLinFactNeighborX="2709"/>
      <dgm:spPr/>
    </dgm:pt>
    <dgm:pt modelId="{7D7E0C3A-E697-B840-83DF-289A5B7ABBF9}" type="pres">
      <dgm:prSet presAssocID="{69499350-597D-7E43-8E82-4EEAAC494D67}" presName="dummy" presStyleCnt="0"/>
      <dgm:spPr/>
    </dgm:pt>
    <dgm:pt modelId="{83675E16-FAD6-C443-A10D-8D619E267F9E}" type="pres">
      <dgm:prSet presAssocID="{69499350-597D-7E43-8E82-4EEAAC494D67}" presName="node" presStyleLbl="revTx" presStyleIdx="1" presStyleCnt="2" custScaleX="91540" custRadScaleRad="126295" custRadScaleInc="2289">
        <dgm:presLayoutVars>
          <dgm:bulletEnabled val="1"/>
        </dgm:presLayoutVars>
      </dgm:prSet>
      <dgm:spPr/>
    </dgm:pt>
    <dgm:pt modelId="{BB81D6A5-0007-BC49-A267-E57D582C4F25}" type="pres">
      <dgm:prSet presAssocID="{F8231CF7-08DC-3243-B5B4-BBAC333D7DBF}" presName="sibTrans" presStyleLbl="node1" presStyleIdx="1" presStyleCnt="2" custLinFactNeighborX="2352"/>
      <dgm:spPr/>
    </dgm:pt>
  </dgm:ptLst>
  <dgm:cxnLst>
    <dgm:cxn modelId="{EDCE1144-0511-F645-9953-5AAC5CB25C17}" type="presOf" srcId="{2C71CEEA-980C-4E41-897E-CDFB9970F305}" destId="{4DDD9EC2-07D6-AC48-9FC9-CEFCA8E69DDE}" srcOrd="0" destOrd="0" presId="urn:microsoft.com/office/officeart/2005/8/layout/cycle1"/>
    <dgm:cxn modelId="{4178A24C-6495-554B-BA66-69D63BC2753E}" srcId="{CEB9AB7A-8A98-574D-A17E-473D95058C6A}" destId="{2C71CEEA-980C-4E41-897E-CDFB9970F305}" srcOrd="0" destOrd="0" parTransId="{099D43FE-FCDB-B54E-ACAA-03EAAD9E2114}" sibTransId="{9FAFA8D1-886E-BB45-BC1A-C6C764242B5C}"/>
    <dgm:cxn modelId="{A2DB045B-C63D-144D-B070-1313E429293F}" type="presOf" srcId="{F8231CF7-08DC-3243-B5B4-BBAC333D7DBF}" destId="{BB81D6A5-0007-BC49-A267-E57D582C4F25}" srcOrd="0" destOrd="0" presId="urn:microsoft.com/office/officeart/2005/8/layout/cycle1"/>
    <dgm:cxn modelId="{D8D8815C-69A2-CF4E-B0AE-3F243BD9D8C9}" type="presOf" srcId="{69499350-597D-7E43-8E82-4EEAAC494D67}" destId="{83675E16-FAD6-C443-A10D-8D619E267F9E}" srcOrd="0" destOrd="0" presId="urn:microsoft.com/office/officeart/2005/8/layout/cycle1"/>
    <dgm:cxn modelId="{AFE23A68-C1ED-784B-A0FE-5C076B82D6F6}" type="presOf" srcId="{CEB9AB7A-8A98-574D-A17E-473D95058C6A}" destId="{38226795-189C-6843-92CD-E6CDE6DC7483}" srcOrd="0" destOrd="0" presId="urn:microsoft.com/office/officeart/2005/8/layout/cycle1"/>
    <dgm:cxn modelId="{C97446B7-E9F6-B140-9512-F53052625C79}" type="presOf" srcId="{9FAFA8D1-886E-BB45-BC1A-C6C764242B5C}" destId="{847843C2-E2E3-EF4B-982D-41C294F83D0B}" srcOrd="0" destOrd="0" presId="urn:microsoft.com/office/officeart/2005/8/layout/cycle1"/>
    <dgm:cxn modelId="{03CD25EE-2668-D54A-8B77-131F4C0BBF44}" srcId="{CEB9AB7A-8A98-574D-A17E-473D95058C6A}" destId="{69499350-597D-7E43-8E82-4EEAAC494D67}" srcOrd="1" destOrd="0" parTransId="{44C437A6-6AD2-BD4D-B56B-BD921619BF3B}" sibTransId="{F8231CF7-08DC-3243-B5B4-BBAC333D7DBF}"/>
    <dgm:cxn modelId="{1A9D8957-E1B1-FA4D-923D-32A3D4584BA5}" type="presParOf" srcId="{38226795-189C-6843-92CD-E6CDE6DC7483}" destId="{4C8A3193-4963-2249-A4A5-6D5AFDAAEFD7}" srcOrd="0" destOrd="0" presId="urn:microsoft.com/office/officeart/2005/8/layout/cycle1"/>
    <dgm:cxn modelId="{4B585AB4-E765-2842-9000-8D4600F422EB}" type="presParOf" srcId="{38226795-189C-6843-92CD-E6CDE6DC7483}" destId="{4DDD9EC2-07D6-AC48-9FC9-CEFCA8E69DDE}" srcOrd="1" destOrd="0" presId="urn:microsoft.com/office/officeart/2005/8/layout/cycle1"/>
    <dgm:cxn modelId="{1CF26309-ECA3-2B43-9EE1-1436463BE646}" type="presParOf" srcId="{38226795-189C-6843-92CD-E6CDE6DC7483}" destId="{847843C2-E2E3-EF4B-982D-41C294F83D0B}" srcOrd="2" destOrd="0" presId="urn:microsoft.com/office/officeart/2005/8/layout/cycle1"/>
    <dgm:cxn modelId="{3855748E-4835-A944-AE00-C8883CC223BA}" type="presParOf" srcId="{38226795-189C-6843-92CD-E6CDE6DC7483}" destId="{7D7E0C3A-E697-B840-83DF-289A5B7ABBF9}" srcOrd="3" destOrd="0" presId="urn:microsoft.com/office/officeart/2005/8/layout/cycle1"/>
    <dgm:cxn modelId="{A0B7A4B1-30AA-9F4D-B2B8-12825616E5DD}" type="presParOf" srcId="{38226795-189C-6843-92CD-E6CDE6DC7483}" destId="{83675E16-FAD6-C443-A10D-8D619E267F9E}" srcOrd="4" destOrd="0" presId="urn:microsoft.com/office/officeart/2005/8/layout/cycle1"/>
    <dgm:cxn modelId="{3C7C65D7-4480-684A-BD90-356036C0CE50}" type="presParOf" srcId="{38226795-189C-6843-92CD-E6CDE6DC7483}" destId="{BB81D6A5-0007-BC49-A267-E57D582C4F25}" srcOrd="5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DD9EC2-07D6-AC48-9FC9-CEFCA8E69DDE}">
      <dsp:nvSpPr>
        <dsp:cNvPr id="0" name=""/>
        <dsp:cNvSpPr/>
      </dsp:nvSpPr>
      <dsp:spPr>
        <a:xfrm>
          <a:off x="2194638" y="528970"/>
          <a:ext cx="949532" cy="95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Relational database</a:t>
          </a:r>
        </a:p>
      </dsp:txBody>
      <dsp:txXfrm>
        <a:off x="2194638" y="528970"/>
        <a:ext cx="949532" cy="957982"/>
      </dsp:txXfrm>
    </dsp:sp>
    <dsp:sp modelId="{847843C2-E2E3-EF4B-982D-41C294F83D0B}">
      <dsp:nvSpPr>
        <dsp:cNvPr id="0" name=""/>
        <dsp:cNvSpPr/>
      </dsp:nvSpPr>
      <dsp:spPr>
        <a:xfrm>
          <a:off x="848875" y="123526"/>
          <a:ext cx="1969950" cy="1969950"/>
        </a:xfrm>
        <a:prstGeom prst="circularArrow">
          <a:avLst>
            <a:gd name="adj1" fmla="val 9483"/>
            <a:gd name="adj2" fmla="val 684956"/>
            <a:gd name="adj3" fmla="val 8614953"/>
            <a:gd name="adj4" fmla="val 1735172"/>
            <a:gd name="adj5" fmla="val 11063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675E16-FAD6-C443-A10D-8D619E267F9E}">
      <dsp:nvSpPr>
        <dsp:cNvPr id="0" name=""/>
        <dsp:cNvSpPr/>
      </dsp:nvSpPr>
      <dsp:spPr>
        <a:xfrm>
          <a:off x="521917" y="481279"/>
          <a:ext cx="876936" cy="95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Document store</a:t>
          </a:r>
        </a:p>
      </dsp:txBody>
      <dsp:txXfrm>
        <a:off x="521917" y="481279"/>
        <a:ext cx="876936" cy="957982"/>
      </dsp:txXfrm>
    </dsp:sp>
    <dsp:sp modelId="{BB81D6A5-0007-BC49-A267-E57D582C4F25}">
      <dsp:nvSpPr>
        <dsp:cNvPr id="0" name=""/>
        <dsp:cNvSpPr/>
      </dsp:nvSpPr>
      <dsp:spPr>
        <a:xfrm>
          <a:off x="852773" y="-141872"/>
          <a:ext cx="1969950" cy="1969950"/>
        </a:xfrm>
        <a:prstGeom prst="circularArrow">
          <a:avLst>
            <a:gd name="adj1" fmla="val 9483"/>
            <a:gd name="adj2" fmla="val 684956"/>
            <a:gd name="adj3" fmla="val 19495118"/>
            <a:gd name="adj4" fmla="val 12452269"/>
            <a:gd name="adj5" fmla="val 11063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897890"/>
            <a:ext cx="6606540" cy="191008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2881630"/>
            <a:ext cx="5829300" cy="132461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B7D9E-06E8-004F-8CE9-7CBE6228923B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A817-EA9B-174D-9F51-38AA87043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895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B7D9E-06E8-004F-8CE9-7CBE6228923B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A817-EA9B-174D-9F51-38AA87043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15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1367791"/>
            <a:ext cx="6703695" cy="228219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3671571"/>
            <a:ext cx="6703695" cy="1200150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/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B7D9E-06E8-004F-8CE9-7CBE6228923B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A817-EA9B-174D-9F51-38AA87043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3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1460500"/>
            <a:ext cx="330327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1460500"/>
            <a:ext cx="330327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B7D9E-06E8-004F-8CE9-7CBE6228923B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A817-EA9B-174D-9F51-38AA87043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292101"/>
            <a:ext cx="670369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344930"/>
            <a:ext cx="3288089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2004060"/>
            <a:ext cx="3288089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344930"/>
            <a:ext cx="3304282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2004060"/>
            <a:ext cx="3304282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B7D9E-06E8-004F-8CE9-7CBE6228923B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A817-EA9B-174D-9F51-38AA87043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1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B7D9E-06E8-004F-8CE9-7CBE6228923B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A817-EA9B-174D-9F51-38AA87043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1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B7D9E-06E8-004F-8CE9-7CBE6228923B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A817-EA9B-174D-9F51-38AA87043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6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65760"/>
            <a:ext cx="2506801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789941"/>
            <a:ext cx="3934778" cy="3898900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645920"/>
            <a:ext cx="2506801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B7D9E-06E8-004F-8CE9-7CBE6228923B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A817-EA9B-174D-9F51-38AA87043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1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365760"/>
            <a:ext cx="2506801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789941"/>
            <a:ext cx="3934778" cy="3898900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1645920"/>
            <a:ext cx="2506801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B7D9E-06E8-004F-8CE9-7CBE6228923B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A817-EA9B-174D-9F51-38AA87043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22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B7D9E-06E8-004F-8CE9-7CBE6228923B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A817-EA9B-174D-9F51-38AA87043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51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292100"/>
            <a:ext cx="1675924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292100"/>
            <a:ext cx="4930616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B7D9E-06E8-004F-8CE9-7CBE6228923B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A817-EA9B-174D-9F51-38AA87043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81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292101"/>
            <a:ext cx="670369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1460500"/>
            <a:ext cx="670369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5085081"/>
            <a:ext cx="174879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B7D9E-06E8-004F-8CE9-7CBE6228923B}" type="datetimeFigureOut">
              <a:rPr lang="en-US" smtClean="0"/>
              <a:t>10/24/23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5085081"/>
            <a:ext cx="262318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5085081"/>
            <a:ext cx="174879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5A817-EA9B-174D-9F51-38AA87043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3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7BC9FB4-6C46-104C-98C9-F894CC5BA2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5547863"/>
              </p:ext>
            </p:extLst>
          </p:nvPr>
        </p:nvGraphicFramePr>
        <p:xfrm>
          <a:off x="1637605" y="2026921"/>
          <a:ext cx="3892753" cy="19679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71A44BE5-161D-0346-BECE-8BE8E6CA8D5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6276"/>
          <a:stretch/>
        </p:blipFill>
        <p:spPr>
          <a:xfrm>
            <a:off x="4802431" y="1742839"/>
            <a:ext cx="2283037" cy="17765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09733B0-C731-0846-874E-8846F7AA83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4840" y="2779794"/>
            <a:ext cx="2506676" cy="18967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65CBFE8-F929-BF46-A8F6-AC93FBE8ABC3}"/>
              </a:ext>
            </a:extLst>
          </p:cNvPr>
          <p:cNvSpPr txBox="1"/>
          <p:nvPr/>
        </p:nvSpPr>
        <p:spPr>
          <a:xfrm>
            <a:off x="542132" y="4998603"/>
            <a:ext cx="2011389" cy="2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9" dirty="0"/>
              <a:t>Examples of handling SIMPLE as a document store, a collection of ASCII JSON files.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314716-8DB7-6142-92AA-C5C6628D495E}"/>
              </a:ext>
            </a:extLst>
          </p:cNvPr>
          <p:cNvSpPr txBox="1"/>
          <p:nvPr/>
        </p:nvSpPr>
        <p:spPr>
          <a:xfrm>
            <a:off x="4836254" y="4965576"/>
            <a:ext cx="2815263" cy="2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9" dirty="0"/>
              <a:t>Examples of handling SIMPLE as a relational database, using DB Browser for SQLite and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761336-62E2-F561-E720-A5D2A32146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131" y="1742840"/>
            <a:ext cx="1630638" cy="29337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D246229-81FE-E84B-A9F0-1FB16165149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39810"/>
          <a:stretch/>
        </p:blipFill>
        <p:spPr>
          <a:xfrm>
            <a:off x="1214080" y="3467100"/>
            <a:ext cx="1125260" cy="11203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F4D6DE-881F-B264-BFDB-FBCD4B60D0E8}"/>
              </a:ext>
            </a:extLst>
          </p:cNvPr>
          <p:cNvSpPr txBox="1"/>
          <p:nvPr/>
        </p:nvSpPr>
        <p:spPr>
          <a:xfrm>
            <a:off x="277134" y="1037684"/>
            <a:ext cx="2541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Document store of  </a:t>
            </a:r>
            <a:br>
              <a:rPr lang="en-US" dirty="0"/>
            </a:br>
            <a:r>
              <a:rPr lang="en-US" dirty="0"/>
              <a:t>plain text JSON files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4FE19-5181-29D5-DD47-6FFFE5077A66}"/>
              </a:ext>
            </a:extLst>
          </p:cNvPr>
          <p:cNvSpPr txBox="1"/>
          <p:nvPr/>
        </p:nvSpPr>
        <p:spPr>
          <a:xfrm>
            <a:off x="4802431" y="1181737"/>
            <a:ext cx="250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Relational database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125AD8-54DB-A56B-F479-83C3AD6E0716}"/>
              </a:ext>
            </a:extLst>
          </p:cNvPr>
          <p:cNvSpPr txBox="1"/>
          <p:nvPr/>
        </p:nvSpPr>
        <p:spPr>
          <a:xfrm>
            <a:off x="2603009" y="3010880"/>
            <a:ext cx="1769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astrodbkit2</a:t>
            </a:r>
          </a:p>
        </p:txBody>
      </p:sp>
    </p:spTree>
    <p:extLst>
      <p:ext uri="{BB962C8B-B14F-4D97-AF65-F5344CB8AC3E}">
        <p14:creationId xmlns:p14="http://schemas.microsoft.com/office/powerpoint/2010/main" val="2290464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5228</TotalTime>
  <Words>46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Kelle Cruz</cp:lastModifiedBy>
  <cp:revision>48</cp:revision>
  <dcterms:created xsi:type="dcterms:W3CDTF">2021-10-05T15:55:10Z</dcterms:created>
  <dcterms:modified xsi:type="dcterms:W3CDTF">2023-10-24T19:55:16Z</dcterms:modified>
</cp:coreProperties>
</file>